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268" y="10390327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26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62026" cy="10689336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268" y="10390327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://Education-B.tech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616" y="381551"/>
            <a:ext cx="1805473" cy="210838"/>
          </a:xfrm>
          <a:prstGeom prst="roundRect">
            <a:avLst>
              <a:gd name="adj" fmla="val 22112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68818" y="423152"/>
            <a:ext cx="2017172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INTERNSHIP PROJECT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5616" y="647837"/>
            <a:ext cx="6590795" cy="43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04C8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Report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5616" y="1289581"/>
            <a:ext cx="6590795" cy="5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INVENTIQ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485616" y="2096069"/>
            <a:ext cx="6968900" cy="277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POWERED FORESIGHTS AND INVENTORY  INTELLIGENCE PROJECT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5616" y="2529560"/>
            <a:ext cx="6590795" cy="815165"/>
          </a:xfrm>
          <a:prstGeom prst="roundRect">
            <a:avLst>
              <a:gd name="adj" fmla="val 7149"/>
            </a:avLst>
          </a:prstGeom>
          <a:solidFill>
            <a:srgbClr val="E2E3E9"/>
          </a:solidFill>
          <a:ln w="7877">
            <a:solidFill>
              <a:srgbClr val="C8C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493" y="2537437"/>
            <a:ext cx="2191639" cy="799411"/>
          </a:xfrm>
          <a:custGeom>
            <a:avLst/>
            <a:gdLst/>
            <a:ahLst/>
            <a:cxnLst/>
            <a:rect l="l" t="t" r="r" b="b"/>
            <a:pathLst>
              <a:path w="2191639" h="799411">
                <a:moveTo>
                  <a:pt x="48564" y="0"/>
                </a:moveTo>
                <a:lnTo>
                  <a:pt x="2191639" y="0"/>
                </a:lnTo>
                <a:lnTo>
                  <a:pt x="2191639" y="799411"/>
                </a:lnTo>
                <a:lnTo>
                  <a:pt x="48564" y="799411"/>
                </a:lnTo>
                <a:arcTo hR="48564" wR="48564" stAng="5400000" swAng="5400000"/>
                <a:lnTo>
                  <a:pt x="0" y="48564"/>
                </a:lnTo>
                <a:arcTo hR="48564" wR="48564" stAng="10800000" swAng="5400000"/>
                <a:close/>
              </a:path>
            </a:pathLst>
          </a:custGeom>
          <a:solidFill>
            <a:srgbClr val="E2E3E9"/>
          </a:solidFill>
          <a:ln/>
        </p:spPr>
      </p:sp>
      <p:sp>
        <p:nvSpPr>
          <p:cNvPr id="9" name="Text 7"/>
          <p:cNvSpPr/>
          <p:nvPr/>
        </p:nvSpPr>
        <p:spPr>
          <a:xfrm>
            <a:off x="632205" y="2676150"/>
            <a:ext cx="1914215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Academic Year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2205" y="2976098"/>
            <a:ext cx="1914215" cy="222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Graduate-2026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85132" y="2537437"/>
            <a:ext cx="2191701" cy="799411"/>
          </a:xfrm>
          <a:prstGeom prst="rect">
            <a:avLst/>
          </a:prstGeom>
          <a:solidFill>
            <a:srgbClr val="E2E3E9"/>
          </a:solidFill>
          <a:ln/>
        </p:spPr>
      </p:sp>
      <p:sp>
        <p:nvSpPr>
          <p:cNvPr id="12" name="Shape 10"/>
          <p:cNvSpPr/>
          <p:nvPr/>
        </p:nvSpPr>
        <p:spPr>
          <a:xfrm>
            <a:off x="2685132" y="2537437"/>
            <a:ext cx="15754" cy="799411"/>
          </a:xfrm>
          <a:prstGeom prst="roundRect">
            <a:avLst>
              <a:gd name="adj" fmla="val 50001"/>
            </a:avLst>
          </a:prstGeom>
          <a:solidFill>
            <a:srgbClr val="C8C9CF"/>
          </a:solidFill>
          <a:ln/>
        </p:spPr>
      </p:sp>
      <p:sp>
        <p:nvSpPr>
          <p:cNvPr id="13" name="Text 11"/>
          <p:cNvSpPr/>
          <p:nvPr/>
        </p:nvSpPr>
        <p:spPr>
          <a:xfrm>
            <a:off x="2823844" y="2676150"/>
            <a:ext cx="1914277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Programme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23844" y="2976098"/>
            <a:ext cx="1914277" cy="222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B.Tech 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6833" y="2537437"/>
            <a:ext cx="2191701" cy="799411"/>
          </a:xfrm>
          <a:custGeom>
            <a:avLst/>
            <a:gdLst/>
            <a:ahLst/>
            <a:cxnLst/>
            <a:rect l="l" t="t" r="r" b="b"/>
            <a:pathLst>
              <a:path w="2191701" h="799411">
                <a:moveTo>
                  <a:pt x="0" y="0"/>
                </a:moveTo>
                <a:lnTo>
                  <a:pt x="2143137" y="0"/>
                </a:lnTo>
                <a:arcTo hR="48564" wR="48564" stAng="16200000" swAng="5400000"/>
                <a:lnTo>
                  <a:pt x="2191701" y="750847"/>
                </a:lnTo>
                <a:arcTo hR="48564" wR="48564" stAng="0" swAng="5400000"/>
                <a:lnTo>
                  <a:pt x="0" y="799411"/>
                </a:lnTo>
                <a:lnTo>
                  <a:pt x="0" y="0"/>
                </a:lnTo>
                <a:close/>
              </a:path>
            </a:pathLst>
          </a:custGeom>
          <a:solidFill>
            <a:srgbClr val="E2E3E9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6833" y="2537437"/>
            <a:ext cx="15754" cy="799411"/>
          </a:xfrm>
          <a:prstGeom prst="roundRect">
            <a:avLst>
              <a:gd name="adj" fmla="val 50001"/>
            </a:avLst>
          </a:prstGeom>
          <a:solidFill>
            <a:srgbClr val="C8C9CF"/>
          </a:solidFill>
          <a:ln/>
        </p:spPr>
      </p:sp>
      <p:sp>
        <p:nvSpPr>
          <p:cNvPr id="17" name="Text 15"/>
          <p:cNvSpPr/>
          <p:nvPr/>
        </p:nvSpPr>
        <p:spPr>
          <a:xfrm>
            <a:off x="5015545" y="2676150"/>
            <a:ext cx="1914277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15545" y="2976098"/>
            <a:ext cx="1914277" cy="222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Science &amp; Analytics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5616" y="3500792"/>
            <a:ext cx="6590795" cy="60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00"/>
              </a:spcAft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616" y="4309065"/>
            <a:ext cx="6590795" cy="43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Candidate and Professional Details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385735" y="4950809"/>
            <a:ext cx="3325891" cy="1881785"/>
          </a:xfrm>
          <a:prstGeom prst="roundRect">
            <a:avLst>
              <a:gd name="adj" fmla="val 5309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24448" y="5089521"/>
            <a:ext cx="3048467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DEVELOPED BY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4448" y="5444979"/>
            <a:ext cx="3048467" cy="91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Full Name: Nikhil Bhoyar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InternID- ZID-8CBMV0-NIK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u="sng" dirty="0">
                <a:solidFill>
                  <a:srgbClr val="D4D5D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Education-B.tech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54157" y="5089521"/>
            <a:ext cx="3126131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Internship Context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54157" y="5444979"/>
            <a:ext cx="3126131" cy="126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Organisation: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Zidio 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Department: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Data Science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Duration: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3 Month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Location: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Remote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616" y="381551"/>
            <a:ext cx="6590795" cy="43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Candidate and Professional Details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85735" y="1023295"/>
            <a:ext cx="3325891" cy="1881785"/>
          </a:xfrm>
          <a:prstGeom prst="roundRect">
            <a:avLst>
              <a:gd name="adj" fmla="val 5309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24448" y="1162007"/>
            <a:ext cx="3048467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Student Identity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4448" y="1517465"/>
            <a:ext cx="3048467" cy="126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Full Name: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[Your Full Name]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Roll / Enrollment No.: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[Your Roll Number]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Branch / Stream: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[Your Department]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Semester: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[e.g., VI Semester]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54157" y="1162007"/>
            <a:ext cx="3126131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Internship Context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54157" y="1517465"/>
            <a:ext cx="3126131" cy="126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Organisation: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[Company / Organisation Name]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Department: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[Specific Area of Work]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Duration:</a:t>
            </a:r>
            <a:pPr algn="l" indent="0" marL="0">
              <a:lnSpc>
                <a:spcPct val="133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[Start Date – End Date]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Location: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[City, State]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616" y="3061147"/>
            <a:ext cx="3226011" cy="17466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3099" y="3215613"/>
            <a:ext cx="2854061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Internal Academic Guide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3099" y="3515562"/>
            <a:ext cx="2854061" cy="11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Name: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[Guide's Full Name]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Designation: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[e.g., Assistant Professor]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Department: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[Academic Department]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Institution: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[College / University Name]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0339" y="3061147"/>
            <a:ext cx="3226072" cy="17466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7822" y="3215613"/>
            <a:ext cx="2854122" cy="21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Industry Supervisor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067822" y="3515562"/>
            <a:ext cx="2854122" cy="11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Name: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[Supervisor's Full Name]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Designation: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[e.g., Senior Manager]</a:t>
            </a:r>
            <a:endParaRPr lang="en-US" sz="1050" dirty="0"/>
          </a:p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Department: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[Company Department]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Organisation: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[Company Name]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5616" y="4963855"/>
            <a:ext cx="6590795" cy="776949"/>
          </a:xfrm>
          <a:prstGeom prst="roundRect">
            <a:avLst>
              <a:gd name="adj" fmla="val 7501"/>
            </a:avLst>
          </a:prstGeom>
          <a:solidFill>
            <a:srgbClr val="E2E3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28" y="5161524"/>
            <a:ext cx="173421" cy="1387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6461" y="5137215"/>
            <a:ext cx="6001238" cy="444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report is submitted as part of the academic internship requirement. All information provided herein is confidential and intended solely for academic evaluation purposes.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4D5D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2026-09-10T21:26:25Z</dcterms:created>
  <dcterms:modified xsi:type="dcterms:W3CDTF">2026-09-10T21:26:25Z</dcterms:modified>
</cp:coreProperties>
</file>